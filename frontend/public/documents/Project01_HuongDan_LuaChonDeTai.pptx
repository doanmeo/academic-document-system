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3" r:id="rId4"/>
    <p:sldId id="267" r:id="rId5"/>
    <p:sldId id="268" r:id="rId6"/>
    <p:sldId id="26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B46"/>
    <a:srgbClr val="969593"/>
    <a:srgbClr val="27307F"/>
    <a:srgbClr val="28156F"/>
    <a:srgbClr val="FFF9C9"/>
    <a:srgbClr val="F3D400"/>
    <a:srgbClr val="FFCC99"/>
    <a:srgbClr val="FFFFCC"/>
    <a:srgbClr val="FFFFFF"/>
    <a:srgbClr val="757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2" y="2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4CC23-BD79-400E-ACEB-A0E053AF4777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12BB6-0389-405F-A5F3-4553C483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450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28702-633C-4F70-8B53-8514E3E7250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90163-FAFD-47D6-BE4F-B2E71F8CC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7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ECD0-D897-46D1-85AB-B3C5C38D70D9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2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9733-F339-4436-99D5-994AB1E35485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3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8F8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3600" b="1" cap="all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186-6041-455D-B99B-97BAF7DF104C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6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40AA-8FF6-4DE6-9638-57DD273B0DE6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0257-D1B1-43CF-AB94-A32FCABD0B57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1"/>
          <a:stretch/>
        </p:blipFill>
        <p:spPr>
          <a:xfrm>
            <a:off x="0" y="4812792"/>
            <a:ext cx="12192000" cy="2037588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2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52097-1D2A-4834-B1BF-5DA3A283D800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5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F4C9F-4F90-40E6-8816-7FB664B57F30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4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31477-E3C3-4AF6-93C2-14DFFA4B0C16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96F90-F166-454E-AC1F-B22181F706CC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9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54AF6-1A7B-4D74-A03B-FD6E80F6AF3C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7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AF34-AEBB-431C-A262-F5114C88DDF1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4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ABCE9-E1A4-4B05-8DFC-83867DB0E2A5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" r="685" b="43134"/>
          <a:stretch/>
        </p:blipFill>
        <p:spPr>
          <a:xfrm>
            <a:off x="0" y="0"/>
            <a:ext cx="12192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267200"/>
            <a:ext cx="487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1 - IT1.241.3</a:t>
            </a:r>
          </a:p>
          <a:p>
            <a:r>
              <a:rPr lang="en-US" sz="3200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LỰA CHỌN ĐỀ TÀI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3388" y="4760267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Nguyễn Đức Dư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2723" y="6324600"/>
            <a:ext cx="2844800" cy="365125"/>
          </a:xfrm>
        </p:spPr>
        <p:txBody>
          <a:bodyPr/>
          <a:lstStyle/>
          <a:p>
            <a:pPr algn="ctr"/>
            <a:fld id="{A3A973BD-8CE5-47C4-B8E5-573200B24DAB}" type="slidenum">
              <a:rPr lang="en-US" smtClean="0"/>
              <a:pPr algn="ctr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66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05000" y="2057400"/>
            <a:ext cx="662940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24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4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sz="24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4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4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400" b="1" dirty="0">
              <a:solidFill>
                <a:srgbClr val="161B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4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endParaRPr lang="en-US" sz="2400" b="1" dirty="0">
              <a:solidFill>
                <a:srgbClr val="161B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en-US" sz="2400" b="1" dirty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sz="2400" b="1" dirty="0">
              <a:solidFill>
                <a:srgbClr val="161B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1219200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CHÍNH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BAF641-3A7E-061A-51BC-D12C643F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22723" y="6324600"/>
            <a:ext cx="2844800" cy="365125"/>
          </a:xfrm>
        </p:spPr>
        <p:txBody>
          <a:bodyPr/>
          <a:lstStyle/>
          <a:p>
            <a:pPr algn="ctr"/>
            <a:fld id="{A3A973BD-8CE5-47C4-B8E5-573200B24DAB}" type="slidenum">
              <a:rPr lang="en-US" smtClean="0"/>
              <a:pPr algn="ct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9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err="1"/>
              <a:t>Giới</a:t>
            </a:r>
            <a:r>
              <a:rPr lang="fr-FR" sz="4400" dirty="0"/>
              <a:t> </a:t>
            </a:r>
            <a:r>
              <a:rPr lang="fr-FR" sz="4400" dirty="0" err="1"/>
              <a:t>thiệu</a:t>
            </a:r>
            <a:r>
              <a:rPr lang="fr-FR" sz="4400" dirty="0"/>
              <a:t> </a:t>
            </a:r>
            <a:r>
              <a:rPr lang="fr-FR" sz="4400" dirty="0" err="1"/>
              <a:t>học</a:t>
            </a:r>
            <a:r>
              <a:rPr lang="fr-FR" sz="4400" dirty="0"/>
              <a:t> </a:t>
            </a:r>
            <a:r>
              <a:rPr lang="fr-FR" sz="4400" dirty="0" err="1"/>
              <a:t>phần</a:t>
            </a:r>
            <a:endParaRPr lang="fr-FR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HP: IT1.241.3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HP: 15LT (6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10/8-27/9), 60TH (10/8-23/11)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iúp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 sinh viên thực hiện một dự án hoàn thiện theo hướng nghiên 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mà sinh viên lựa chọn.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  <a:p>
            <a:pPr marL="201168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009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Giới</a:t>
            </a:r>
            <a:r>
              <a:rPr lang="fr-FR" dirty="0"/>
              <a:t> </a:t>
            </a:r>
            <a:r>
              <a:rPr lang="fr-FR" dirty="0" err="1"/>
              <a:t>thiệu</a:t>
            </a:r>
            <a:r>
              <a:rPr lang="fr-FR" dirty="0"/>
              <a:t> </a:t>
            </a:r>
            <a:r>
              <a:rPr lang="fr-FR" dirty="0" err="1"/>
              <a:t>cách</a:t>
            </a:r>
            <a:r>
              <a:rPr lang="fr-FR" dirty="0"/>
              <a:t> </a:t>
            </a:r>
            <a:r>
              <a:rPr lang="fr-FR" dirty="0" err="1"/>
              <a:t>thức</a:t>
            </a:r>
            <a:r>
              <a:rPr lang="fr-FR" dirty="0"/>
              <a:t> </a:t>
            </a:r>
            <a:r>
              <a:rPr lang="fr-FR" dirty="0" err="1"/>
              <a:t>lựa</a:t>
            </a:r>
            <a:r>
              <a:rPr lang="fr-FR" dirty="0"/>
              <a:t> </a:t>
            </a:r>
            <a:r>
              <a:rPr lang="fr-FR" dirty="0" err="1"/>
              <a:t>chọn</a:t>
            </a:r>
            <a:r>
              <a:rPr lang="fr-FR" dirty="0"/>
              <a:t> </a:t>
            </a:r>
            <a:r>
              <a:rPr lang="fr-FR" dirty="0" err="1"/>
              <a:t>đề</a:t>
            </a:r>
            <a:r>
              <a:rPr lang="fr-FR" dirty="0"/>
              <a:t> </a:t>
            </a:r>
            <a:r>
              <a:rPr lang="fr-FR" dirty="0" err="1"/>
              <a:t>tài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 mobile,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01168" lvl="1" indent="0">
              <a:buNone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70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err="1"/>
              <a:t>Phân</a:t>
            </a:r>
            <a:r>
              <a:rPr lang="fr-FR" sz="4400" dirty="0"/>
              <a:t> </a:t>
            </a:r>
            <a:r>
              <a:rPr lang="fr-FR" sz="4400" dirty="0" err="1"/>
              <a:t>nhóm</a:t>
            </a:r>
            <a:endParaRPr lang="fr-FR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1-2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5).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01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32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 err="1"/>
              <a:t>Thảo</a:t>
            </a:r>
            <a:r>
              <a:rPr lang="fr-FR" sz="4400" dirty="0"/>
              <a:t> </a:t>
            </a:r>
            <a:r>
              <a:rPr lang="fr-FR" sz="4400" dirty="0" err="1"/>
              <a:t>luận</a:t>
            </a:r>
            <a:endParaRPr lang="fr-FR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02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6F6F8"/>
              </a:clrFrom>
              <a:clrTo>
                <a:srgbClr val="F6F6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3" r="19167" b="79626"/>
          <a:stretch/>
        </p:blipFill>
        <p:spPr>
          <a:xfrm>
            <a:off x="0" y="0"/>
            <a:ext cx="7391400" cy="10408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05200" y="2971800"/>
            <a:ext cx="533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 err="1">
                <a:solidFill>
                  <a:schemeClr val="tx2"/>
                </a:solidFill>
              </a:rPr>
              <a:t>Trân</a:t>
            </a:r>
            <a:r>
              <a:rPr lang="en-US" sz="4800" b="1" i="1" dirty="0">
                <a:solidFill>
                  <a:schemeClr val="tx2"/>
                </a:solidFill>
              </a:rPr>
              <a:t> </a:t>
            </a:r>
            <a:r>
              <a:rPr lang="en-US" sz="4800" b="1" i="1" dirty="0" err="1">
                <a:solidFill>
                  <a:schemeClr val="tx2"/>
                </a:solidFill>
              </a:rPr>
              <a:t>trọng</a:t>
            </a:r>
            <a:r>
              <a:rPr lang="en-US" sz="4800" b="1" i="1" dirty="0">
                <a:solidFill>
                  <a:schemeClr val="tx2"/>
                </a:solidFill>
              </a:rPr>
              <a:t> </a:t>
            </a:r>
            <a:r>
              <a:rPr lang="en-US" sz="4800" b="1" i="1" dirty="0" err="1">
                <a:solidFill>
                  <a:schemeClr val="tx2"/>
                </a:solidFill>
              </a:rPr>
              <a:t>cảm</a:t>
            </a:r>
            <a:r>
              <a:rPr lang="en-US" sz="4800" b="1" i="1" dirty="0">
                <a:solidFill>
                  <a:schemeClr val="tx2"/>
                </a:solidFill>
              </a:rPr>
              <a:t> </a:t>
            </a:r>
            <a:r>
              <a:rPr lang="en-US" sz="4800" b="1" i="1" dirty="0" err="1">
                <a:solidFill>
                  <a:schemeClr val="tx2"/>
                </a:solidFill>
              </a:rPr>
              <a:t>ơn</a:t>
            </a:r>
            <a:r>
              <a:rPr lang="en-US" sz="4800" b="1" i="1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0869D2F-8336-D9B7-AD79-47291889B3F8}"/>
              </a:ext>
            </a:extLst>
          </p:cNvPr>
          <p:cNvSpPr txBox="1">
            <a:spLocks/>
          </p:cNvSpPr>
          <p:nvPr/>
        </p:nvSpPr>
        <p:spPr>
          <a:xfrm>
            <a:off x="4822723" y="63246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3A973BD-8CE5-47C4-B8E5-573200B24DAB}" type="slidenum">
              <a:rPr lang="en-US" smtClean="0"/>
              <a:pPr algn="ctr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3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289</Words>
  <Application>Microsoft Office PowerPoint</Application>
  <PresentationFormat>Widescreen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Giới thiệu học phần</vt:lpstr>
      <vt:lpstr>Giới thiệu cách thức lựa chọn đề tài</vt:lpstr>
      <vt:lpstr>Phân nhóm</vt:lpstr>
      <vt:lpstr>Thảo luận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TT DTTT</dc:creator>
  <cp:lastModifiedBy>Nguyễn Đức Dư</cp:lastModifiedBy>
  <cp:revision>17</cp:revision>
  <dcterms:created xsi:type="dcterms:W3CDTF">2017-10-17T01:43:35Z</dcterms:created>
  <dcterms:modified xsi:type="dcterms:W3CDTF">2026-08-15T02:07:07Z</dcterms:modified>
</cp:coreProperties>
</file>